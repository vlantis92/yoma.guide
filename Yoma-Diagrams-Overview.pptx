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0664"/>
            <a:ext cx="9144000" cy="36576"/>
          </a:xfrm>
          <a:prstGeom prst="rect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Registration 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93776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02-getting-started › 02-02 Setting Up Your Organisation</a:t>
            </a:r>
            <a:endParaRPr lang="en-US" sz="1000" dirty="0"/>
          </a:p>
        </p:txBody>
      </p:sp>
      <p:pic>
        <p:nvPicPr>
          <p:cNvPr id="6" name="Image 0" descr="/sessions/zealous-hopeful-lamport/mnt/Yoma/images/org-registration-flow-r5j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346" y="896112"/>
            <a:ext cx="7413308" cy="41376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0664"/>
            <a:ext cx="9144000" cy="36576"/>
          </a:xfrm>
          <a:prstGeom prst="rect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93776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02-getting-started › 02-03 Stakeholder Mapping</a:t>
            </a:r>
            <a:endParaRPr lang="en-US" sz="1000" dirty="0"/>
          </a:p>
        </p:txBody>
      </p:sp>
      <p:pic>
        <p:nvPicPr>
          <p:cNvPr id="6" name="Image 0" descr="/sessions/zealous-hopeful-lamport/mnt/Yoma/images/stakeholder-map-s6k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346" y="896112"/>
            <a:ext cx="7413308" cy="41376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0664"/>
            <a:ext cx="9144000" cy="36576"/>
          </a:xfrm>
          <a:prstGeom prst="rect">
            <a:avLst/>
          </a:prstGeom>
          <a:solidFill>
            <a:srgbClr val="16C79A"/>
          </a:solidFill>
          <a:ln w="12700">
            <a:solidFill>
              <a:srgbClr val="16C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Zlto Economy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93776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02-getting-started › 02-04 Planning Your Points Economy</a:t>
            </a:r>
            <a:endParaRPr lang="en-US" sz="1000" dirty="0"/>
          </a:p>
        </p:txBody>
      </p:sp>
      <p:pic>
        <p:nvPicPr>
          <p:cNvPr id="6" name="Image 0" descr="/sessions/zealous-hopeful-lamport/mnt/Yoma/images/zlto-economy-system-z7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346" y="896112"/>
            <a:ext cx="7413308" cy="41376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2026-03-04T08:28:45Z</dcterms:created>
  <dcterms:modified xsi:type="dcterms:W3CDTF">2026-03-04T08:28:45Z</dcterms:modified>
</cp:coreProperties>
</file>